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442EB-1870-369E-F1B0-E18DEA493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02EEF-52A5-1EBB-D3CA-7F48BBE6A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D5FE8-C0F5-81FF-CD97-D1BA5CFC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4B88-1E83-2FBE-271E-0D3D9352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F6557-A334-FB7D-E5BD-93B30CCB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03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92047-5CDA-4A38-36F3-ED325EE1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9860B-AF55-3727-2CAC-2401E1AE3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55C4-4225-1F4E-5E45-E3EDDD72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DAA7A-8C3E-12F5-A9CE-80FA5CC9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A487-BB02-DAC6-B9FF-67363F30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20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2848-53B3-80D9-51C3-61737CA6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B13A1-D18B-555B-A709-C98BBFA5F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05B4D-A3B3-64FF-1567-846478C5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40229-5D7E-1495-1407-81003751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18BE-D750-6B57-EEBA-895C85F0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9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64D8-AACB-F744-7775-FC3284EC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FF157-6F6D-0800-79D0-544CF3A6A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4558F-A478-A76E-08EE-D76C93257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14FC0-5599-96C7-4761-97A92F2A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E24C7-82BC-9ADC-5BEF-8D59EB7F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F0F6-0AF9-178B-35DD-DCC5E4C0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77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E50C-9816-E17B-1258-E8FD7874A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2AF03-F8D8-2BC6-BF02-866C201CF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953C1-A163-AEBC-8A83-4D6470874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0DD64-25B6-9BBD-7D12-ED0E91486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74E6F-BFD8-F121-AD7D-AF5D6BC08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1B3D57-C5FC-30BA-B5DA-1D5E3236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58EBB-5759-19B2-70DC-5A37CDF0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505E2-51B8-241B-3988-146967F7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3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65A3-BEC5-E51E-F28C-B8121059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E7259-DB9D-6AA8-04A7-0886371D1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1FC1D-E331-A17E-A9BF-CD04243A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FC3-8B3D-39B8-F791-00A5136B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7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38F06-9F73-4484-D0C4-F3F1BD7F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578ED-D8FA-C364-5A44-07383C12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A41EC-4421-A8F2-D7EE-985750ED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94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3D65-23F8-FAA9-D88F-93CA5951B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4899-EAB1-E9B5-0D7F-CBFD9C361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5611E-6117-89AB-C762-2FE58EDE4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D11B8-69D9-518C-E389-CEDCE7BA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9F331-51A1-E22B-9BE2-AEE4F90E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624F3-6FEF-25DF-0A0C-C631B85D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8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8744-A3CA-4875-A6C7-9854B86B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F6E6E-B9DA-DE3D-2E99-6DB4E400F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FD7E5-1C15-F99F-84CE-F10B47217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059A0-0265-C51B-FB63-2ABC5289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FE43D-2ED3-49F8-80E8-8EC0F85F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5D42F-29DE-4851-276B-E2FC788E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4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6531-4B5B-FF4C-18D0-6A1B7CD9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C1ACE-E8FE-C20C-1DB4-D5769AB16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415C-D465-0490-8969-BD501713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E5FBC-A6FD-C400-72F7-9BD014D3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E709C-F6B0-69A6-38E8-B24804D6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2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6A8B16-D903-5170-FC5C-CDFA40F1B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972CD-30CE-C0FA-E760-E39206B79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FC647-8EEE-0C97-D05B-33FBC295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DD8F9-BA22-D6DA-BB6C-3A388D45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5295C-FEB3-BF5C-1FA9-5C43E126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24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52496-09A6-9034-612E-7714C8FAD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90D47-9FF0-AB05-09F2-BF9FA0D3B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8382F-ED71-B3CA-5096-F39AD7FC2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1A18C-26F8-429C-A548-60D565428C7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31CB9-EFAD-D09D-D415-D9AD014BA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63CFA-6D5A-8859-351F-8AA0204D1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37593-D4F2-4203-BF66-F76949D50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07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32A578-89F8-E345-16E6-1EAD512FEF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0439" y="648930"/>
            <a:ext cx="10746658" cy="583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9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740166-30CF-8165-B5B9-C55E466716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4968" y="373627"/>
            <a:ext cx="10825316" cy="572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5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56CF64-E717-F6FB-9B32-301FA4E4BC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6748" y="462115"/>
            <a:ext cx="10953136" cy="520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8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Shreeya Rewatkar</dc:creator>
  <cp:lastModifiedBy>Shreeya Rewatkar</cp:lastModifiedBy>
  <cp:revision>1</cp:revision>
  <dcterms:created xsi:type="dcterms:W3CDTF">2026-01-03T16:42:37Z</dcterms:created>
  <dcterms:modified xsi:type="dcterms:W3CDTF">2026-01-03T16:43:23Z</dcterms:modified>
</cp:coreProperties>
</file>