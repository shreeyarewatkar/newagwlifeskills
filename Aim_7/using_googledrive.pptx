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E6232-3C65-7397-1EEA-DC39AC9232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FAD5D3-688A-7C2A-25B7-6EAEE98E1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6716B-5FE5-72D3-1C92-F58D77AA8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0F650-3F51-4FF1-9856-CF77C8168A97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E5D36-0C72-7D28-7643-702DB7FB3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B3933-5848-424F-5A26-A6425E264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2941-5095-4B73-A0BE-A92FBD770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389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2E806-B12D-BDF4-AEDC-C4522BD18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523C8-F823-7BA3-4560-6D1F3FEBEA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255DF-670C-9EE1-9F64-E84411F1B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0F650-3F51-4FF1-9856-CF77C8168A97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2C896-3E30-A19A-5B16-DC9F3316E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A6FFE-9461-7408-BCC0-40ABF0D98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2941-5095-4B73-A0BE-A92FBD770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60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5410E-5571-623F-FB5B-256FD5657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25EE34-248F-2A45-61BA-4F238FAE2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74156-F266-D270-54A0-6932D667D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0F650-3F51-4FF1-9856-CF77C8168A97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2489B-0306-FF78-3569-1EFE529AA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32ACD-AA0D-D319-2969-1AD916FAE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2941-5095-4B73-A0BE-A92FBD770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168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2D85D-BEDF-D66F-A1CC-68B1539F7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B5E9C-4733-EF08-596D-93A784A0D5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A3FF0F-63FF-FC9D-0561-E169FEA5C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D78A08-D168-DD06-6B75-CA78EBBC2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0F650-3F51-4FF1-9856-CF77C8168A97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1FE02-A279-5C66-48AD-941C99862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D5C1C-2B4E-EC22-F654-ABABCB98D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2941-5095-4B73-A0BE-A92FBD770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299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C72E-B017-3CC0-9D50-5E3742961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E707D-1B36-D0F4-AEDD-E36A7B44A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DEBC16-656A-D0A0-C3B2-F1A5CF1AA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139D49-3B9F-406E-ABE2-C0F781BA2C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9138B3-A36F-286A-2E70-0D37E688A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0E9204-46F6-975F-7707-27A79C79A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0F650-3F51-4FF1-9856-CF77C8168A97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EAFCAE-F48B-2872-C26F-F7ACE73BA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852B9A-A830-01FC-52D8-153339B67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2941-5095-4B73-A0BE-A92FBD770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400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76107-85F2-52A2-2E93-81AD61A79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E85B01-8A19-9DB5-ED98-505506D6F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0F650-3F51-4FF1-9856-CF77C8168A97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0A41E-9986-CF97-CF19-0FD92D716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EDE93C-656E-8820-0858-E7BEED177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2941-5095-4B73-A0BE-A92FBD770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715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6BD6B3-072E-610A-6AF9-E0CE78034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0F650-3F51-4FF1-9856-CF77C8168A97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BEA9D4-0139-F28D-F431-8AE5DE55E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2FB3E-D698-65A9-0FA5-B589E2F06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2941-5095-4B73-A0BE-A92FBD770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376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89E1D-6469-4DBB-F75F-A4F6EE5A7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4D2EB-BC32-B368-C59D-4F8496EF3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F173E7-A13F-B387-31DF-3E138E4DE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2C512-4A77-ED9C-B8DD-23A20BFA1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0F650-3F51-4FF1-9856-CF77C8168A97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D6B46B-CA2F-06D4-923B-FD1BDF872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DAE18-2ABD-D2EC-62F5-9CCB653B5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2941-5095-4B73-A0BE-A92FBD770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430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F6340-C871-7912-8BE5-BEF0216D5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157A34-AE2F-4F0E-9819-8090A01120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35677E-ACAA-2298-872D-3929F1DC7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33B6A5-88F7-C11A-8FEC-1329DAED2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0F650-3F51-4FF1-9856-CF77C8168A97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5CCA3-E0EB-E5FD-B8CD-495A510E1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60091-41DF-1607-17EB-98B70A9AF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2941-5095-4B73-A0BE-A92FBD770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25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3A07D-AD1A-81FA-3CEF-403CF5F88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F025AF-B4D5-EF17-F4B1-8AF5B6D381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3C3AE-42DB-5CE0-7B1B-93333F18E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0F650-3F51-4FF1-9856-CF77C8168A97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71378-7751-6D3D-EB14-04E1D5E06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2A87F-E4F9-36E5-ECF8-2DD8BA6C3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2941-5095-4B73-A0BE-A92FBD770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737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81E6FB-91CE-12A0-5EB1-BCB7D1B6DB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6D8325-1D2A-1B72-1F9C-891A65A0F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B2225-EF6F-C033-9501-5436E26DE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0F650-3F51-4FF1-9856-CF77C8168A97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DA942-3F29-4D24-150A-BF052F822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E516F-F244-5752-38B5-12BD83450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62941-5095-4B73-A0BE-A92FBD770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718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FA213A-5905-F51F-64DB-075A8C1E4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C007D-B22F-B1B4-4F0A-B4D2AEF65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FCDC2-CC2A-90FF-E001-277AB774E7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0F650-3F51-4FF1-9856-CF77C8168A97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27BC8-B085-0A7E-8543-7308EE3900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F708D-4CE0-C0DE-57AA-40DCB3941C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62941-5095-4B73-A0BE-A92FBD770B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734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FECF12-9293-775C-3C8C-3EC1CFB8D99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72697" y="186812"/>
            <a:ext cx="6369132" cy="634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185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Shreeya Rewatkar</dc:creator>
  <cp:lastModifiedBy>Shreeya Rewatkar</cp:lastModifiedBy>
  <cp:revision>1</cp:revision>
  <dcterms:created xsi:type="dcterms:W3CDTF">2026-01-03T16:39:43Z</dcterms:created>
  <dcterms:modified xsi:type="dcterms:W3CDTF">2026-01-03T16:40:19Z</dcterms:modified>
</cp:coreProperties>
</file>