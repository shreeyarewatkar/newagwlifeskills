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DF45-EF4E-EA54-B3E1-23DDC134B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C18EAC-C783-0080-64B6-56E7CBDF5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C2ACB-8E51-F4DE-87D7-8F21C76A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DBAE3-FA4B-944A-0A67-15415821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ACFCD-65C4-FC85-B87C-98CB549A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45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3C79B-CC54-8CBC-788F-3B8B1B0F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820EB-545A-EC0E-B7CA-DFFE4AF7E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2DB6F-2677-0894-F05B-37E8D71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C74B8-5F37-629F-A622-F479AA0C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44C75-C2B1-37BF-7392-630F24D8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515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0D94-CB05-16C3-E30B-1771A223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67D41-7CFB-952E-C892-AF399764B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15FBE-8A13-836C-18E7-25999C25B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7A3A8-3EA8-5FDB-1C7E-89BF25CFA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B3781-AC0C-CF77-2112-85E06504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24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5809-29E2-4298-5B5A-717F8ACF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0B2FF-D711-74F0-1AB1-779CFF0DF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01C3F-616E-0466-44DE-2684723B3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B3099-A964-870D-254C-3656521B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5E785-C0E8-2659-7F40-579DAE4A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2FFFF-EF8D-CCCC-41D4-A50DD5E4C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09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74C9-928D-93AB-D3BE-1405FE601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B4B21-7103-4970-5061-8D107D3AC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E0E0F3-9F74-F9B1-0802-CAE7C94E1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008C72-F1F1-C113-3944-99FEDD7D8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DC5947-0CFC-D64C-A01F-46A57C325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A87ECA-E861-2271-FBEA-355A2EA5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961D47-DD4B-91A1-E57A-792C6F418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DAC07-9E8A-34FA-6A00-F80B46E9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33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2E94-EAB4-6C13-2B68-B04C33DA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5D0C5-56C0-2C00-1494-F5B21D10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43A9D8-857C-F9F9-1A7D-F499B2F9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E487D-CA2A-8C15-555F-802C4720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679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7E310-279C-ACE5-9959-249119BE7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A3B24-B8D7-E056-61B8-055A9A9C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92D2F-A7F2-2812-0E26-C4BE21D00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809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7E96-033C-FBB0-6AA6-7371FD57C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6D85F-C911-E506-3EA0-C7715FE32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96037-1E50-7724-EB9E-CA0DAD3DF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64899-B8CA-49CE-4186-96DE82C5F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735B9-6832-62EB-CA26-FC246EC2B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AAC0B-EEAF-1BA6-BB08-7A0FA536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6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09A6-9CC0-5D80-C358-58EC1FB8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45C106-C33C-6D76-70A0-0BD476035A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4032C-2571-B483-E1F7-B28FE1F0E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F3DC6-E94C-C49B-E1F2-AC9FB810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FDF96-05A9-611E-0C3B-A056F0F4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53883-5A90-5342-805E-AB1EF702C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73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0F15B-705C-ABCA-35C2-BF003DDA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17793-7FD1-ECA9-9DEF-45228A48D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97BF1-9BA2-E1CC-FC76-78014CACB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32CDE-11F1-CD97-F7E7-A9CD33CB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79EE4-306B-52D2-3E2A-7ACE1395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32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6FD84E-F4D9-C4A5-FA36-BA1985BC7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F560D-38BA-883B-0A25-0DEC517F2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72208-625D-EFE6-3DF6-B49229D42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6D0B3-A2CB-1CBB-7E83-12590F2B5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6C309-F6D6-CBCB-6020-3F69692C8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039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9E4B24-8E84-354E-07C2-C41DEE81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E9E62-0443-3A88-BA12-74D3E29FF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25905-FB9F-85A3-593F-8BF129E2F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B1C21-BC28-450A-B465-6A28156127A2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89DED-2999-1C5C-B6B2-AA4522E08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FFE7E-1E2F-6A2E-B28B-71C103D67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0BF1F-A7DF-48BE-A92B-EF85B98F74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95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EBE7E2-B8CB-7002-5AA2-7544C0EE0E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1949" y="501444"/>
            <a:ext cx="5378246" cy="55158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31BFC1-CF2A-2E6F-2681-9403C5F0885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50194" y="481782"/>
            <a:ext cx="5791199" cy="56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64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E1A16C-B2E5-4A4A-FD50-E33ABE7B17F9}"/>
              </a:ext>
            </a:extLst>
          </p:cNvPr>
          <p:cNvSpPr txBox="1"/>
          <p:nvPr/>
        </p:nvSpPr>
        <p:spPr>
          <a:xfrm>
            <a:off x="1632155" y="1461592"/>
            <a:ext cx="8888361" cy="3319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 algn="ctr">
              <a:lnSpc>
                <a:spcPct val="112000"/>
              </a:lnSpc>
              <a:spcAft>
                <a:spcPts val="20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Centaur" panose="02030504050205020304" pitchFamily="18" charset="0"/>
                <a:ea typeface="Centaur" panose="02030504050205020304" pitchFamily="18" charset="0"/>
                <a:cs typeface="Centaur" panose="02030504050205020304" pitchFamily="18" charset="0"/>
              </a:rPr>
              <a:t>The AI-written paragraph is more organized, formal, and balanced, presenting points in a clear and logical flow with proper vocabulary. It focuses on factual </a:t>
            </a:r>
            <a:endParaRPr lang="en-IN" sz="9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56845" indent="-6350">
              <a:lnSpc>
                <a:spcPct val="107000"/>
              </a:lnSpc>
              <a:spcAft>
                <a:spcPts val="140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Centaur" panose="02030504050205020304" pitchFamily="18" charset="0"/>
                <a:ea typeface="Centaur" panose="02030504050205020304" pitchFamily="18" charset="0"/>
                <a:cs typeface="Centaur" panose="02030504050205020304" pitchFamily="18" charset="0"/>
              </a:rPr>
              <a:t>information and maintains a neutral tone throughout. </a:t>
            </a:r>
            <a:endParaRPr lang="en-IN" sz="9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350" indent="-6350" algn="ctr">
              <a:lnSpc>
                <a:spcPct val="112000"/>
              </a:lnSpc>
              <a:spcAft>
                <a:spcPts val="20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Centaur" panose="02030504050205020304" pitchFamily="18" charset="0"/>
                <a:ea typeface="Centaur" panose="02030504050205020304" pitchFamily="18" charset="0"/>
                <a:cs typeface="Centaur" panose="02030504050205020304" pitchFamily="18" charset="0"/>
              </a:rPr>
              <a:t>On the other hand, a human-written paragraph may include more personal opinions, emotions, or real-life </a:t>
            </a:r>
            <a:endParaRPr lang="en-IN" sz="9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56845" indent="-6350">
              <a:lnSpc>
                <a:spcPct val="107000"/>
              </a:lnSpc>
              <a:spcAft>
                <a:spcPts val="140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Centaur" panose="02030504050205020304" pitchFamily="18" charset="0"/>
                <a:ea typeface="Centaur" panose="02030504050205020304" pitchFamily="18" charset="0"/>
                <a:cs typeface="Centaur" panose="02030504050205020304" pitchFamily="18" charset="0"/>
              </a:rPr>
              <a:t>examples, making it feel more relatable and expressive. </a:t>
            </a:r>
            <a:endParaRPr lang="en-IN" sz="9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350" indent="-6350" algn="ctr">
              <a:lnSpc>
                <a:spcPct val="112000"/>
              </a:lnSpc>
              <a:spcAft>
                <a:spcPts val="20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Centaur" panose="02030504050205020304" pitchFamily="18" charset="0"/>
                <a:ea typeface="Centaur" panose="02030504050205020304" pitchFamily="18" charset="0"/>
                <a:cs typeface="Centaur" panose="02030504050205020304" pitchFamily="18" charset="0"/>
              </a:rPr>
              <a:t>Human writing can show creativity and individual perspective, while AI writing emphasizes clarity and </a:t>
            </a:r>
            <a:endParaRPr lang="en-IN" sz="9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6350" indent="-6350" algn="ctr">
              <a:lnSpc>
                <a:spcPct val="112000"/>
              </a:lnSpc>
              <a:spcAft>
                <a:spcPts val="20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Centaur" panose="02030504050205020304" pitchFamily="18" charset="0"/>
                <a:ea typeface="Centaur" panose="02030504050205020304" pitchFamily="18" charset="0"/>
                <a:cs typeface="Centaur" panose="02030504050205020304" pitchFamily="18" charset="0"/>
              </a:rPr>
              <a:t>correctness. Overall, AI writing is useful for quick, </a:t>
            </a:r>
            <a:r>
              <a:rPr lang="en-IN" sz="1800" kern="100" dirty="0" err="1">
                <a:solidFill>
                  <a:srgbClr val="000000"/>
                </a:solidFill>
                <a:effectLst/>
                <a:latin typeface="Centaur" panose="02030504050205020304" pitchFamily="18" charset="0"/>
                <a:ea typeface="Centaur" panose="02030504050205020304" pitchFamily="18" charset="0"/>
                <a:cs typeface="Centaur" panose="02030504050205020304" pitchFamily="18" charset="0"/>
              </a:rPr>
              <a:t>wellstructured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Centaur" panose="02030504050205020304" pitchFamily="18" charset="0"/>
                <a:ea typeface="Centaur" panose="02030504050205020304" pitchFamily="18" charset="0"/>
                <a:cs typeface="Centaur" panose="02030504050205020304" pitchFamily="18" charset="0"/>
              </a:rPr>
              <a:t> content, whereas human writing adds depth, </a:t>
            </a:r>
            <a:endParaRPr lang="en-IN" sz="9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156845" indent="-6350">
              <a:lnSpc>
                <a:spcPct val="107000"/>
              </a:lnSpc>
              <a:spcAft>
                <a:spcPts val="40"/>
              </a:spcAft>
              <a:buNone/>
            </a:pPr>
            <a:r>
              <a:rPr lang="en-IN" sz="1800" kern="100" dirty="0">
                <a:solidFill>
                  <a:srgbClr val="000000"/>
                </a:solidFill>
                <a:effectLst/>
                <a:latin typeface="Centaur" panose="02030504050205020304" pitchFamily="18" charset="0"/>
                <a:ea typeface="Centaur" panose="02030504050205020304" pitchFamily="18" charset="0"/>
                <a:cs typeface="Centaur" panose="02030504050205020304" pitchFamily="18" charset="0"/>
              </a:rPr>
              <a:t>originality, and emotional understanding to the topic.  </a:t>
            </a:r>
            <a:endParaRPr lang="en-IN" sz="9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6035" indent="-6350" algn="ctr">
              <a:lnSpc>
                <a:spcPct val="107000"/>
              </a:lnSpc>
              <a:spcAft>
                <a:spcPts val="40"/>
              </a:spcAft>
              <a:buNone/>
            </a:pPr>
            <a:r>
              <a:rPr lang="en-IN" sz="9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IN" sz="9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758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Centaur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Shreeya Rewatkar</dc:creator>
  <cp:lastModifiedBy>Shreeya Rewatkar</cp:lastModifiedBy>
  <cp:revision>1</cp:revision>
  <dcterms:created xsi:type="dcterms:W3CDTF">2026-01-03T16:45:54Z</dcterms:created>
  <dcterms:modified xsi:type="dcterms:W3CDTF">2026-01-03T16:46:37Z</dcterms:modified>
</cp:coreProperties>
</file>