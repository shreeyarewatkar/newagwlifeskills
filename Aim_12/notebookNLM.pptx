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E43A-DF0F-5793-A29D-484043D6B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1F237-96C5-D9A9-785F-A49073568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51478-7710-C418-CFD3-4820DF1D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96238-D298-D5FB-0E84-29E7A1CC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6B5BC-0211-87D6-5351-04375A27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43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74BC-281B-1673-B929-6D615D0C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F3E7E-10EB-F4A9-57E3-A11CE5DE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368E-8657-DBF1-79B4-7E0CD84B6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C90E2-7489-F7D9-FE13-ADBDBAC9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3050-662D-350E-9E06-B78F77F8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35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BE50-9643-5E45-C864-39DB44200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CF557-F0A5-38FD-9A50-4C1F865C0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01EC8-74DE-4560-FC8F-8F9D07B9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9CB23-70FD-2287-BBA4-BD468F83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150A-5B7D-8DAA-C31C-E88A0F38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119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D9F6-ACBF-CAC1-3220-56FE61C6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1068C-F912-7D95-13A1-D478B9353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9DC7-D141-813A-6FF8-2E875B838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6C1FB-D2E3-1CF7-2DC0-4AFC2EB8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705D3-6199-396B-107B-26B3C9EE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41FFD-5FD3-2D6F-69D0-F77C282B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35C7-DAAA-00A5-FA0E-9AB1602A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9DC78-FF9F-B58B-B24F-6765B734E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E81B0-C076-7144-D5F9-843E38A13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629F7-A4F3-EBE8-0C5E-74EC9E98B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093C5-54AD-EFC1-21CE-9AFE58F2C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9F478-FC00-44D1-A215-1559A5E8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A2B00-C477-7D23-E7CD-8BC8419D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982915-AE62-7C48-7F51-A874A896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13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6EC1-5850-39BE-0A9E-B6A829CC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14BBE-ECAD-6860-A7E5-BFD1245D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1EF33-84B1-09AC-DF84-DFEE8C9C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9138D-C98D-BD56-E700-88140F458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8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3407C-6276-8FA1-F797-F0F0A9A9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57EE-8E94-5058-0450-B4796218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A319B-C114-3749-BC46-196D5C76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13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6115-EA65-598A-BDE0-326C26CE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FDB8D-DB32-5DA8-8A74-51BCD17C8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71F0C-CC15-7639-6750-BF41B4AD9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FF8A3-E53C-55D1-59CF-744401B5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B538D-42B0-C490-BB7D-F469AC00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88CE7-0BF5-8E5E-C038-ADB8089C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45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B36B-1290-6A38-F25E-8C3E03A9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9E2DC-80DF-3665-B565-8C6246DF3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EF50D-A807-FA11-A081-622508456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B5EAE-CFB5-E807-B32F-06CA3FCD9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0C5A5-AB67-9A0E-D392-DF632721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4DB1D-8CD7-F768-33A2-396739E9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42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E052-B3ED-CAE3-7846-9A13D6A8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49F8A-BB6F-B519-6F68-8E0918C8E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0CE11-9F00-3905-38F1-5E4416BE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4F903-B6D3-C24B-C9FF-72A20A310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80CD5-224C-9CF8-6158-AD9562CC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902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A106FE-BB47-8C80-4EB3-FE55AE3C1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D196B-932B-1962-A845-7FE3D157D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81E6E-9FE0-9175-4EDB-D86CE20D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F16B3-BE61-F30D-61F1-1DFC88DD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9A32A-525B-72A5-0EF5-8AC34C3C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12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94089-E658-EE47-F488-01E42D41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ACEF6-BD63-8EF5-CD64-72634261C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C987E-DBCC-9CBE-7E15-B0AF47A43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2CF22-867F-4EF3-8646-24FA2CF43F9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EDC3-3C97-05FF-53B8-CFED73463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8CCBF-7301-712E-6EEA-68F6ECF18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A2394-B671-46EA-BD1C-6BAF95ED2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3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A96AB2-16F7-51D2-76DD-62008B845C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95949" y="141943"/>
            <a:ext cx="7934632" cy="3004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0612CC-FA1A-4F8D-8825-17C92DEEDAE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22091" y="3303639"/>
            <a:ext cx="7708490" cy="341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75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D05BD-9D78-E065-D39A-BDCE06EA59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99071" y="0"/>
            <a:ext cx="7187381" cy="32391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90E9B6-251D-AF1F-61D1-2EFC3DF04B1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67898" y="3338195"/>
            <a:ext cx="7118554" cy="322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1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Shreeya Rewatkar</dc:creator>
  <cp:lastModifiedBy>Shreeya Rewatkar</cp:lastModifiedBy>
  <cp:revision>1</cp:revision>
  <dcterms:created xsi:type="dcterms:W3CDTF">2026-01-03T16:49:49Z</dcterms:created>
  <dcterms:modified xsi:type="dcterms:W3CDTF">2026-01-03T16:50:18Z</dcterms:modified>
</cp:coreProperties>
</file>