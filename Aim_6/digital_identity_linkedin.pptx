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CB13E-FDA4-FF84-FA8F-30637E929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C9673-3760-427B-9C26-993067534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D74FE-E05A-D455-DC42-7174D5EFE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84F40-C6DF-4267-9DD8-F79F7964220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448AD-3D68-9239-DAAD-FEE282F4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0F610-11AB-1E2A-83F9-0CB865877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7A08-3110-4F81-B54F-51AEFFE90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04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D0F6-A2FD-F455-8B27-8DC8EDB8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B7449-7569-F84F-9C4A-212BA7ABE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8E544-D20E-1F10-137A-79632FF9F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84F40-C6DF-4267-9DD8-F79F7964220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9BD0F-56EB-8FF8-36E1-2F2D294C4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4BF2B-C476-F7E7-9E41-5B6B26CF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7A08-3110-4F81-B54F-51AEFFE90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770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7361-DD3D-273A-7987-C8B0BB6F2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D99CF-00B9-78CB-2DBE-7E25097C5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F910D-7911-64C5-6281-6DE96C4B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84F40-C6DF-4267-9DD8-F79F7964220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23C93-B7DB-77FD-4BEE-D270AEF29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2D800-1DF8-1F71-8062-19599423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7A08-3110-4F81-B54F-51AEFFE90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95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3381A-F253-750D-457B-2CDB58613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F8F35-EA97-A64A-16D7-8DB59F8E4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F7164-4037-5686-F3A6-B68D7053C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9BBE8-8920-4E03-478E-0F95843F0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84F40-C6DF-4267-9DD8-F79F7964220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E9A71-FC72-82B5-926E-88ACC5129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D91B8-DBF4-0254-2ECE-6C21CADE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7A08-3110-4F81-B54F-51AEFFE90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645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2616-439F-0016-CB41-364BA7BE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FD32D-518F-F9F8-3986-5AD2FDCDB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71976-ED2A-9E0C-AD47-B8C716708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EF1A2-4E53-76DD-5E31-60C827FDF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18B1E-9ADF-458A-47D2-2ADE9E0A4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CC88C5-B217-D1E0-B289-FC6ABB9D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84F40-C6DF-4267-9DD8-F79F7964220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11969E-530D-44CF-79E6-9B6B2E875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3E69E3-0006-DEA3-B94C-AE603F97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7A08-3110-4F81-B54F-51AEFFE90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6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2E95-7B12-3436-2303-38AB313A1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989F6-1CC3-EF7D-1630-55F0BB1A7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84F40-C6DF-4267-9DD8-F79F7964220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66AB69-2BF2-EB65-E15B-A4FCA6653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462D4-4E64-853B-E100-72C1917EB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7A08-3110-4F81-B54F-51AEFFE90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958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A14F9-EC8B-0AD0-AD7F-D04CD311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84F40-C6DF-4267-9DD8-F79F7964220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CFC78-E762-90D9-8121-F838C781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CE860-D0AE-4257-70DA-F34160729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7A08-3110-4F81-B54F-51AEFFE90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40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1B750-FA8A-1D44-80C6-2BCDF5A3B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1A31E-0C00-4374-68F0-FE232CC26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1438D-8C62-BFE8-6FD0-98ACF2968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CDF41-F968-7C62-A1B5-4D417A48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84F40-C6DF-4267-9DD8-F79F7964220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F24B6-2FBB-69D6-57C0-AF9B00E0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6AEB-D75C-7542-2CEB-232588F6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7A08-3110-4F81-B54F-51AEFFE90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459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60E1-707C-853F-9660-4BB43B083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39A7F0-C727-604E-F7A5-27B07BE59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80085-3710-949E-C6B0-AEDB4DF67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04924-8E98-7980-058B-327DE173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84F40-C6DF-4267-9DD8-F79F7964220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06BF1-64B7-C082-6536-4C9CCA90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72395-C873-5D69-FB1C-1076E461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7A08-3110-4F81-B54F-51AEFFE90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151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A9935-4877-6C67-8591-E55441E2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A6CAC-627D-DF3A-E3E7-3DBC0EB04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D6A6E-A1F3-CE4C-BC5A-4DE2BCD6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84F40-C6DF-4267-9DD8-F79F7964220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990EE-E26A-7B3E-2521-B9D26C1E9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65A3-E21E-B9C0-0835-4D0D7C3E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7A08-3110-4F81-B54F-51AEFFE90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656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F8B51C-8501-0FD6-5021-A1D343D08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B95D4-1846-5E1D-296E-D1BBA52AB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C2308-CC56-86B9-9F2A-C61339307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84F40-C6DF-4267-9DD8-F79F7964220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209FB-33A0-C2ED-3B38-F7D4A575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7C0B4-E547-E404-6E6D-ED602B16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7A08-3110-4F81-B54F-51AEFFE90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04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668F9E-8C14-62CB-78B3-CA70A63A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D608F-AEB4-604F-BFE0-4CE728460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EBF09-047A-26AF-E12F-68D33EB286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84F40-C6DF-4267-9DD8-F79F7964220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8CA42-27D4-B325-4A88-64EF7039E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3EF86-3560-6601-2B42-A7A1ED1AA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47A08-3110-4F81-B54F-51AEFFE90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44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B25528-3600-42B8-768B-32C6551BE8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04568" y="511277"/>
            <a:ext cx="9920747" cy="598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871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793870-B8AA-C269-A219-BE9DE29BD4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40542" y="88490"/>
            <a:ext cx="10196052" cy="644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453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642D4D-ADB3-CA1C-BC69-3548452BBB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62116" y="226143"/>
            <a:ext cx="11464413" cy="607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55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Shreeya Rewatkar</dc:creator>
  <cp:lastModifiedBy>Shreeya Rewatkar</cp:lastModifiedBy>
  <cp:revision>1</cp:revision>
  <dcterms:created xsi:type="dcterms:W3CDTF">2026-01-03T16:36:35Z</dcterms:created>
  <dcterms:modified xsi:type="dcterms:W3CDTF">2026-01-03T16:38:01Z</dcterms:modified>
</cp:coreProperties>
</file>